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大家好，我是XXX，今天给大家汇报的项目是 DYN Plant Echo——一个基于 ESP32 和大语言模型的智能植物陪伴系统。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我们的核心理念是：让每一株植物，都有被听见的权利。</a:t>
            </a:r>
          </a:p>
          <a:p>
            <a:endParaRPr lang="zh-CN" dirty="0"/>
          </a:p>
          <a:p>
            <a:r>
              <a:rPr lang="zh-CN" dirty="0"/>
              <a:t>要点：① 项目名称和定位 ② 核心理念 ③ 期中/期末汇报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那么，为什么我们要做 PlantEcho？</a:t>
            </a:r>
          </a:p>
          <a:p>
            <a:endParaRPr lang="zh-CN" dirty="0"/>
          </a:p>
          <a:p>
            <a:r>
              <a:rPr lang="zh-CN" dirty="0"/>
              <a:t>市面上的植物监控系统，大多是一个冷冰冰的传感器看板——"水分: 23%"、"温度: 24°C"。但植物不是数据，它们是生命。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我们提出了五个设计原则：说人话、尊重节奏、操作信任、共情细节、呼吸感动效。这五个原则贯穿了整个项目的设计和开发。</a:t>
            </a:r>
          </a:p>
          <a:p>
            <a:endParaRPr lang="zh-CN" dirty="0"/>
          </a:p>
          <a:p>
            <a:r>
              <a:rPr lang="zh-CN" dirty="0"/>
              <a:t>要点：① 不是传感器看板而是陪伴 ② 五大设计原则 ③ 设计哲学来源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让我用几个具体的例子来说明这些原则。</a:t>
            </a:r>
          </a:p>
          <a:p>
            <a:endParaRPr lang="zh-CN" dirty="0"/>
          </a:p>
          <a:p>
            <a:r>
              <a:rPr lang="zh-CN" dirty="0"/>
              <a:t>"说人话"是什么意思？当土壤湿度是23%时，我们不会显示"水分: 23%"，而是显示"我有点渴了·23%"。这就是植物视角的语言。</a:t>
            </a:r>
          </a:p>
          <a:p>
            <a:endParaRPr lang="zh-CN" dirty="0"/>
          </a:p>
          <a:p>
            <a:r>
              <a:rPr lang="zh-CN" dirty="0"/>
              <a:t>"尊重节奏"——植物是慢的载体，我们的软件也是。关键操作走5秒撤销toast，而不是突然弹出的确认框。动画全部是380ms缓动，不做突然出现。</a:t>
            </a:r>
          </a:p>
          <a:p>
            <a:endParaRPr lang="zh-CN" dirty="0"/>
          </a:p>
          <a:p>
            <a:r>
              <a:rPr lang="zh-CN" dirty="0"/>
              <a:t>[互动] 大家有没有遇到过那种点了按钮没反应的情况？我们在设计中明确要求：未实现的按钮不放出来。</a:t>
            </a:r>
          </a:p>
          <a:p>
            <a:endParaRPr lang="zh-CN" dirty="0"/>
          </a:p>
          <a:p>
            <a:r>
              <a:rPr lang="zh-CN" dirty="0"/>
              <a:t>要点：① 具体设计原则示例 ② 反模式避免 ③ 人文关怀落地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了解了设计哲学，让我们看看系统是怎么实现的。</a:t>
            </a:r>
          </a:p>
          <a:p>
            <a:endParaRPr lang="zh-CN" dirty="0"/>
          </a:p>
          <a:p>
            <a:r>
              <a:rPr lang="zh-CN" dirty="0"/>
              <a:t>整个系统分为三层：硬件层、服务端层和客户端层。</a:t>
            </a:r>
          </a:p>
          <a:p>
            <a:endParaRPr lang="zh-CN" dirty="0"/>
          </a:p>
          <a:p>
            <a:r>
              <a:rPr lang="zh-CN" dirty="0"/>
              <a:t>硬件层是 ESP32，负责采集传感器数据，通过 MQTT 协议上报到服务端。服务端是 Node.js + TypeScript + Fastify + SQLite 的技术栈，承载了8个核心模块。客户端是 Tauri v2 + React 18 的桌面应用。</a:t>
            </a:r>
          </a:p>
          <a:p>
            <a:endParaRPr lang="zh-CN" dirty="0"/>
          </a:p>
          <a:p>
            <a:r>
              <a:rPr lang="zh-CN" dirty="0"/>
              <a:t>[停顿] 数据通过 SSE 实时同步到客户端，用户在任何一端的操作都能实时反映到其他端。</a:t>
            </a:r>
          </a:p>
          <a:p>
            <a:endParaRPr lang="zh-CN" dirty="0"/>
          </a:p>
          <a:p>
            <a:r>
              <a:rPr lang="zh-CN" dirty="0"/>
              <a:t>要点：① 三层架构 ② 技术栈选择 ③ 数据流方向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先看硬件层。</a:t>
            </a:r>
          </a:p>
          <a:p>
            <a:endParaRPr lang="zh-CN" dirty="0"/>
          </a:p>
          <a:p>
            <a:r>
              <a:rPr lang="zh-CN" dirty="0"/>
              <a:t>ESP32 是我们的核心控制器，挂载了四个传感器：SHT40 温湿度传感器、BH1750 光照传感器、电容式土壤湿度传感器和 OLED 显示屏。</a:t>
            </a:r>
          </a:p>
          <a:p>
            <a:endParaRPr lang="zh-CN" dirty="0"/>
          </a:p>
          <a:p>
            <a:r>
              <a:rPr lang="zh-CN" dirty="0"/>
              <a:t>它有三个核心能力：SoftAP 配网——长按 BOOT 键3秒就能进入配网模式；MQTT 上报——1秒级的数据上报频率，断线自动重连；OTA 在线更新——通过 manifest 文件就能远程升级固件。</a:t>
            </a:r>
          </a:p>
          <a:p>
            <a:endParaRPr lang="zh-CN" dirty="0"/>
          </a:p>
          <a:p>
            <a:r>
              <a:rPr lang="zh-CN" dirty="0"/>
              <a:t>[停顿] 特别值得一提的是，认领设备后，设备密钥可以通过 MQTT 自动下发，不需要用户手动填写。</a:t>
            </a:r>
          </a:p>
          <a:p>
            <a:endParaRPr lang="zh-CN" dirty="0"/>
          </a:p>
          <a:p>
            <a:r>
              <a:rPr lang="zh-CN" dirty="0"/>
              <a:t>要点：① 四个传感器 ② 三大核心能力 ③ 自动密钥下发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接下来看服务端。</a:t>
            </a:r>
          </a:p>
          <a:p>
            <a:endParaRPr lang="zh-CN" dirty="0"/>
          </a:p>
          <a:p>
            <a:r>
              <a:rPr lang="zh-CN" dirty="0"/>
              <a:t>技术栈是 Node.js 24 + TypeScript + Fastify，存储用 SQLite，加上 sqlite-vec 做向量检索，Zod 做 schema 校验。</a:t>
            </a:r>
          </a:p>
          <a:p>
            <a:endParaRPr lang="zh-CN" dirty="0"/>
          </a:p>
          <a:p>
            <a:r>
              <a:rPr lang="zh-CN" dirty="0"/>
              <a:t>我们有8个核心模块：设备管理、植物档案、聊天引擎、记忆系统、主动发言、实时同步、天气服务和访问鉴权。</a:t>
            </a:r>
          </a:p>
          <a:p>
            <a:endParaRPr lang="zh-CN" dirty="0"/>
          </a:p>
          <a:p>
            <a:r>
              <a:rPr lang="zh-CN" dirty="0"/>
              <a:t>[停顿] 每个模块都是独立的，但又通过事件系统紧密协作。比如传感器数据上报后，会触发设备管理模块更新状态，同时触发主动发言模块判断是否需要提醒用户。</a:t>
            </a:r>
          </a:p>
          <a:p>
            <a:endParaRPr lang="zh-CN" dirty="0"/>
          </a:p>
          <a:p>
            <a:r>
              <a:rPr lang="zh-CN" dirty="0"/>
              <a:t>要点：① 技术栈 ② 8个核心模块 ③ 模块间协作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服务端最核心的模块是记忆系统。</a:t>
            </a:r>
          </a:p>
          <a:p>
            <a:endParaRPr lang="zh-CN" dirty="0"/>
          </a:p>
          <a:p>
            <a:r>
              <a:rPr lang="zh-CN" dirty="0"/>
              <a:t>我们借鉴了 AgentGal 的上下文管理，设计了四阶段的记忆生命周期：Drafts → Consolidation → Episode → Understanding。</a:t>
            </a:r>
          </a:p>
          <a:p>
            <a:endParaRPr lang="zh-CN" dirty="0"/>
          </a:p>
          <a:p>
            <a:r>
              <a:rPr lang="zh-CN" dirty="0"/>
              <a:t>用户消息和传感器事件先进入 Drafts，然后通过 background_jobs 调度 Consolidation，由 closure detector 判断是否形成一个完整的 Episode，最终从多个 Episode 中提炼出长期的 Understanding。</a:t>
            </a:r>
          </a:p>
          <a:p>
            <a:endParaRPr lang="zh-CN" dirty="0"/>
          </a:p>
          <a:p>
            <a:r>
              <a:rPr lang="zh-CN" dirty="0"/>
              <a:t>[停顿] 检索管线也很有意思：我们用 FTS5/BM25 做全文检索，sqlite-vec 做向量检索，然后通过 Hybrid Fusion 融合，还可以加上 Qwen3-Reranker-8B 做重排序。</a:t>
            </a:r>
          </a:p>
          <a:p>
            <a:endParaRPr lang="zh-CN" dirty="0"/>
          </a:p>
          <a:p>
            <a:r>
              <a:rPr lang="zh-CN" dirty="0"/>
              <a:t>最终排序公式是：relevance × 0.50 + recency × 0.20 + importance × 0.30。</a:t>
            </a:r>
          </a:p>
          <a:p>
            <a:endParaRPr lang="zh-CN" dirty="0"/>
          </a:p>
          <a:p>
            <a:r>
              <a:rPr lang="zh-CN" dirty="0"/>
              <a:t>要点：① 四阶段生命周期 ② 混合检索管线 ③ 排序公式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有了记忆系统，还需要聪明的引用策略。</a:t>
            </a:r>
          </a:p>
          <a:p>
            <a:endParaRPr lang="zh-CN" dirty="0"/>
          </a:p>
          <a:p>
            <a:r>
              <a:rPr lang="zh-CN" dirty="0"/>
              <a:t>我们的核心原则是：诚实优先。</a:t>
            </a:r>
          </a:p>
          <a:p>
            <a:endParaRPr lang="zh-CN" dirty="0"/>
          </a:p>
          <a:p>
            <a:r>
              <a:rPr lang="zh-CN" dirty="0"/>
              <a:t>当用户问状态/读数类问题时，优先回答当前传感器数据，不主动引用旧记忆。当用户明确问"记得/上次"时，才允许引用中高相关记忆。高相关记忆最多引用1条。</a:t>
            </a:r>
          </a:p>
          <a:p>
            <a:endParaRPr lang="zh-CN" dirty="0"/>
          </a:p>
          <a:p>
            <a:r>
              <a:rPr lang="zh-CN" dirty="0"/>
              <a:t>[停顿] 最重要的是：没有可靠记忆时，禁止说"我记得"。这比引用错误的记忆更伤害用户信任。</a:t>
            </a:r>
          </a:p>
          <a:p>
            <a:endParaRPr lang="zh-CN" dirty="0"/>
          </a:p>
          <a:p>
            <a:r>
              <a:rPr lang="zh-CN" dirty="0"/>
              <a:t>要点：① 智能引用策略 ② 诚实优先原则 ③ 引用格式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记忆系统让植物能"记住"，主动发言引擎让植物能"开口"。</a:t>
            </a:r>
          </a:p>
          <a:p>
            <a:endParaRPr lang="zh-CN" dirty="0"/>
          </a:p>
          <a:p>
            <a:r>
              <a:rPr lang="zh-CN" dirty="0"/>
              <a:t>我们有三种触发机制：传感器异常（缺水优先）、天气提醒（下雨提醒带伞）、用户自定义提醒（"十分钟后提醒我浇水"）。</a:t>
            </a:r>
          </a:p>
          <a:p>
            <a:endParaRPr lang="zh-CN" dirty="0"/>
          </a:p>
          <a:p>
            <a:r>
              <a:rPr lang="zh-CN" dirty="0"/>
              <a:t>[停顿] 设计亮点是：事件只决定"该不该说"和"事实是什么"，LLM 只负责把结构化事实润色成植物口吻的一句话。比如"今天外面下雨了，记得带伞哦～我会乖乖待在家里的"。</a:t>
            </a:r>
          </a:p>
          <a:p>
            <a:endParaRPr lang="zh-CN" dirty="0"/>
          </a:p>
          <a:p>
            <a:r>
              <a:rPr lang="zh-CN" dirty="0"/>
              <a:t>我们还设计了冷却去重机制，避免1秒级的传感器上报导致重复刷屏。</a:t>
            </a:r>
          </a:p>
          <a:p>
            <a:endParaRPr lang="zh-CN" dirty="0"/>
          </a:p>
          <a:p>
            <a:r>
              <a:rPr lang="zh-CN" dirty="0"/>
              <a:t>要点：① 三种触发机制 ② LLM 润色设计 ③ 冷却去重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服务端说完了，让我们看看客户端。</a:t>
            </a:r>
          </a:p>
          <a:p>
            <a:endParaRPr lang="zh-CN" dirty="0"/>
          </a:p>
          <a:p>
            <a:r>
              <a:rPr lang="zh-CN" dirty="0"/>
              <a:t>技术栈是 Tauri v2 + React 18 + Vite 5，设计语言是 Verdant Echo——Forest-to-Soil 配色系统，从深森林绿到暖奶油白。</a:t>
            </a:r>
          </a:p>
          <a:p>
            <a:endParaRPr lang="zh-CN" dirty="0"/>
          </a:p>
          <a:p>
            <a:r>
              <a:rPr lang="zh-CN" dirty="0"/>
              <a:t>我们有五个核心页面：温室 Dashboard、植物详情、植响对话、成长日记和相册。每个页面都遵循人文关怀五原则。</a:t>
            </a:r>
          </a:p>
          <a:p>
            <a:endParaRPr lang="zh-CN" dirty="0"/>
          </a:p>
          <a:p>
            <a:r>
              <a:rPr lang="zh-CN" dirty="0"/>
              <a:t>[停顿] 共享的 UI 组件包括 AppShell、SideNav、Card、Chip、Toast 等，Toast 系统支持 undo action，这是"撤销 &gt; 确认"原则的具体实现。</a:t>
            </a:r>
          </a:p>
          <a:p>
            <a:endParaRPr lang="zh-CN" dirty="0"/>
          </a:p>
          <a:p>
            <a:r>
              <a:rPr lang="zh-CN" dirty="0"/>
              <a:t>要点：① 技术栈 ② 设计语言 ③ 五个核心页面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让我展示一下温室 Dashboard 的设计。</a:t>
            </a:r>
          </a:p>
          <a:p>
            <a:endParaRPr lang="zh-CN" dirty="0"/>
          </a:p>
          <a:p>
            <a:r>
              <a:rPr lang="zh-CN" dirty="0"/>
              <a:t>每次进入，用户会看到一个时间感问候——"下午好，欢迎回到你的温室"。根据时辰自动切换：早安、午安、下午好、晚上好。</a:t>
            </a:r>
          </a:p>
          <a:p>
            <a:endParaRPr lang="zh-CN" dirty="0"/>
          </a:p>
          <a:p>
            <a:r>
              <a:rPr lang="zh-CN" dirty="0"/>
              <a:t>[停顿] 一键浇水按钮点击后，不会显示"已浇水"这样的系统消息，而是显示一个居中的气泡："📝 你为小绿记录了一次浇水"，带5秒撤销功能。</a:t>
            </a:r>
          </a:p>
          <a:p>
            <a:endParaRPr lang="zh-CN" dirty="0"/>
          </a:p>
          <a:p>
            <a:r>
              <a:rPr lang="zh-CN" dirty="0"/>
              <a:t>植物卡片上会显示植物视角的状态标签——"我有点渴了"而不是"土壤湿度低"。底部还有 PlantReflectionFooter，是植物口吻的一句话，比如"今天已经是第15天了，谢谢你一直陪着我"。</a:t>
            </a:r>
          </a:p>
          <a:p>
            <a:endParaRPr lang="zh-CN" dirty="0"/>
          </a:p>
          <a:p>
            <a:r>
              <a:rPr lang="zh-CN" dirty="0"/>
              <a:t>要点：① 时间感问候 ② 撤销 toast ③ 植物视角语言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植响对话是用户和植物交流的核心界面。</a:t>
            </a:r>
          </a:p>
          <a:p>
            <a:endParaRPr lang="zh-CN" dirty="0"/>
          </a:p>
          <a:p>
            <a:r>
              <a:rPr lang="zh-CN" dirty="0"/>
              <a:t>左侧是植物档案卡，右侧是对话区。支持流式回复、快捷动作 chip。快捷动作渲染为系统操作 chip，不是伪装成用户消息——这是"操作信任"原则的体现。</a:t>
            </a:r>
          </a:p>
          <a:p>
            <a:endParaRPr lang="zh-CN" dirty="0"/>
          </a:p>
          <a:p>
            <a:r>
              <a:rPr lang="zh-CN" dirty="0"/>
              <a:t>[停顿] 成长日记页面有 Bento StatCard 展示统计数据，里程碑时间线记录植物的重要时刻。</a:t>
            </a:r>
          </a:p>
          <a:p>
            <a:endParaRPr lang="zh-CN" dirty="0"/>
          </a:p>
          <a:p>
            <a:r>
              <a:rPr lang="zh-CN" dirty="0"/>
              <a:t>里程碑可以被回应——用户悬停里程碑卡片就能直接给植物留言，留言会以系统消息形式发到对话流。"看见"和"被看见"形成闭环。</a:t>
            </a:r>
          </a:p>
          <a:p>
            <a:endParaRPr lang="zh-CN" dirty="0"/>
          </a:p>
          <a:p>
            <a:r>
              <a:rPr lang="zh-CN" dirty="0"/>
              <a:t>要点：① 对话界面设计 ② 快捷动作渲染 ③ 里程碑回应机制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让我总结一下项目的技术亮点。</a:t>
            </a:r>
          </a:p>
          <a:p>
            <a:endParaRPr lang="zh-CN" dirty="0"/>
          </a:p>
          <a:p>
            <a:r>
              <a:rPr lang="zh-CN" dirty="0"/>
              <a:t>第一个亮点：混合记忆检索。我们的检索系统在120条记忆、48个查询的测试集上，Top-1、Top-3、MRR 均达到100%。</a:t>
            </a:r>
          </a:p>
          <a:p>
            <a:endParaRPr lang="zh-CN" dirty="0"/>
          </a:p>
          <a:p>
            <a:r>
              <a:rPr lang="zh-CN" dirty="0"/>
              <a:t>[停顿] 第二个：Qwen3-Reranker-8B 的集成。这是一个可选的 rerank 层，显著提升了排序质量，而且配置可以自动从主 LLM 连接派生。</a:t>
            </a:r>
          </a:p>
          <a:p>
            <a:endParaRPr lang="zh-CN" dirty="0"/>
          </a:p>
          <a:p>
            <a:r>
              <a:rPr lang="zh-CN" dirty="0"/>
              <a:t>第三个：OpenAI-compatible API。我们的服务端暴露了标准的 /v1/chat/completions 和 /v1/models 接口，可以被任何 OpenAI 兼容的客户端调用。</a:t>
            </a:r>
          </a:p>
          <a:p>
            <a:endParaRPr lang="zh-CN" dirty="0"/>
          </a:p>
          <a:p>
            <a:r>
              <a:rPr lang="zh-CN" dirty="0"/>
              <a:t>第四个：实时同步。通过 SQLite sync_events + SSE 推送，实现多端实时刷新。</a:t>
            </a:r>
          </a:p>
          <a:p>
            <a:endParaRPr lang="zh-CN" dirty="0"/>
          </a:p>
          <a:p>
            <a:r>
              <a:rPr lang="zh-CN" dirty="0"/>
              <a:t>第五个：MQTT 自动密钥下发。认领设备后，密钥通过 MQTT config topic 自动下发，不需要用户手动操作。</a:t>
            </a:r>
          </a:p>
          <a:p>
            <a:endParaRPr lang="zh-CN" dirty="0"/>
          </a:p>
          <a:p>
            <a:r>
              <a:rPr lang="zh-CN" dirty="0"/>
              <a:t>要点：① 检索准确率 ② Reranker 集成 ③ OpenAI API ④ 实时同步 ⑤ 自动密钥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说完技术亮点，看看工程化。</a:t>
            </a:r>
          </a:p>
          <a:p>
            <a:endParaRPr lang="zh-CN" dirty="0"/>
          </a:p>
          <a:p>
            <a:r>
              <a:rPr lang="zh-CN" dirty="0"/>
              <a:t>Docker 方面，我们使用多阶段构建，镜像已经推送到 Docker Hub（ccckfg/dyn:latest）。Docker Compose 支持单实例灰度部署，暴露 HTTP 8787 和 MQTT 1883 两个端口。</a:t>
            </a:r>
          </a:p>
          <a:p>
            <a:endParaRPr lang="zh-CN" dirty="0"/>
          </a:p>
          <a:p>
            <a:r>
              <a:rPr lang="zh-CN" dirty="0"/>
              <a:t>Monorepo 方面，使用 npm workspaces 管理三个包：packages/shared 共享 schema、apps/server 核心后端、apps/desktop 桌面端。</a:t>
            </a:r>
          </a:p>
          <a:p>
            <a:endParaRPr lang="zh-CN" dirty="0"/>
          </a:p>
          <a:p>
            <a:r>
              <a:rPr lang="zh-CN" dirty="0"/>
              <a:t>[停顿] 测试方面，25个服务端测试全部通过，4个 smoke 测试全部绿色，检索评估 100% 准确。</a:t>
            </a:r>
          </a:p>
          <a:p>
            <a:endParaRPr lang="zh-CN" dirty="0"/>
          </a:p>
          <a:p>
            <a:r>
              <a:rPr lang="zh-CN" dirty="0"/>
              <a:t>要点：① Docker 容器化 ② Monorepo 架构 ③ 测试覆盖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让我详细展示验证状态。</a:t>
            </a:r>
          </a:p>
          <a:p>
            <a:endParaRPr lang="zh-CN" dirty="0"/>
          </a:p>
          <a:p>
            <a:r>
              <a:rPr lang="zh-CN" dirty="0"/>
              <a:t>后端：25个测试用例全部通过，覆盖设备、植物、聊天、记忆、主动发言等模块。</a:t>
            </a:r>
          </a:p>
          <a:p>
            <a:endParaRPr lang="zh-CN" dirty="0"/>
          </a:p>
          <a:p>
            <a:r>
              <a:rPr lang="zh-CN" dirty="0"/>
              <a:t>检索评估：120条记忆 + 48个查询，Hybrid + Rerank 组合全部满分。</a:t>
            </a:r>
          </a:p>
          <a:p>
            <a:endParaRPr lang="zh-CN" dirty="0"/>
          </a:p>
          <a:p>
            <a:r>
              <a:rPr lang="zh-CN" dirty="0"/>
              <a:t>Docker 部署：本地镜像构建、容器验证、Docker Hub 推送全部完成。/health 端点、鉴权、设备认领、数据上报等全流程验证通过。</a:t>
            </a:r>
          </a:p>
          <a:p>
            <a:endParaRPr lang="zh-CN" dirty="0"/>
          </a:p>
          <a:p>
            <a:r>
              <a:rPr lang="zh-CN" dirty="0"/>
              <a:t>[停顿] 桌面客户端：Tauri v2.11.2 + Rust release 已产出 msi 和 nsis 安装包。</a:t>
            </a:r>
          </a:p>
          <a:p>
            <a:endParaRPr lang="zh-CN" dirty="0"/>
          </a:p>
          <a:p>
            <a:r>
              <a:rPr lang="zh-CN" dirty="0"/>
              <a:t>ESP32 真实硬件：OLED、SHT40、GY-302、土壤 ADC 实测可用；HTTP 上传、MQTT 上报、断线重连、SoftAP 配网、OTA、设备密钥自动接收全部验证通过。</a:t>
            </a:r>
          </a:p>
          <a:p>
            <a:endParaRPr lang="zh-CN" dirty="0"/>
          </a:p>
          <a:p>
            <a:r>
              <a:rPr lang="zh-CN" dirty="0"/>
              <a:t>要点：① 后端测试 ② 检索评估 ③ Docker 部署 ④ 桌面端 ⑤ ESP32 硬件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总结一下完成度。</a:t>
            </a:r>
          </a:p>
          <a:p>
            <a:endParaRPr lang="zh-CN" dirty="0"/>
          </a:p>
          <a:p>
            <a:r>
              <a:rPr lang="zh-CN" dirty="0"/>
              <a:t>整体后端约 90%——核心功能闭环，剩余是设备管理的高级功能和分布式化。</a:t>
            </a:r>
          </a:p>
          <a:p>
            <a:endParaRPr lang="zh-CN" dirty="0"/>
          </a:p>
          <a:p>
            <a:r>
              <a:rPr lang="zh-CN" dirty="0"/>
              <a:t>桌面客户端约 87%——骨架、设计稿、后端联调、安装包、图片上传都已完成，剩余是编辑表单、趋势图、深色模式等。</a:t>
            </a:r>
          </a:p>
          <a:p>
            <a:endParaRPr lang="zh-CN" dirty="0"/>
          </a:p>
          <a:p>
            <a:r>
              <a:rPr lang="zh-CN" dirty="0"/>
              <a:t>[停顿] 硬件数据接入 92%——传感器、MQTT、SoftAP、OTA 都已实测通过，剩余是土壤校准和长期稳定性观察。</a:t>
            </a:r>
          </a:p>
          <a:p>
            <a:endParaRPr lang="zh-CN" dirty="0"/>
          </a:p>
          <a:p>
            <a:r>
              <a:rPr lang="zh-CN" dirty="0"/>
              <a:t>记忆系统架构 85%——AgentGal 生命周期、混合检索、Rerank 都已实现，剩余是生产稳定性和更长尾的语料压测。</a:t>
            </a:r>
          </a:p>
          <a:p>
            <a:endParaRPr lang="zh-CN" dirty="0"/>
          </a:p>
          <a:p>
            <a:r>
              <a:rPr lang="zh-CN" dirty="0"/>
              <a:t>设计稿落地 100%——Verdant Echo 设计语言完整落地。</a:t>
            </a:r>
          </a:p>
          <a:p>
            <a:endParaRPr lang="zh-CN" dirty="0"/>
          </a:p>
          <a:p>
            <a:r>
              <a:rPr lang="zh-CN" dirty="0"/>
              <a:t>要点：① 各模块完成度 ② 核心功能闭环 ③ 剩余工作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最后，说说下一步的计划。</a:t>
            </a:r>
          </a:p>
          <a:p>
            <a:endParaRPr lang="zh-CN" dirty="0"/>
          </a:p>
          <a:p>
            <a:r>
              <a:rPr lang="zh-CN" dirty="0"/>
              <a:t>优先级最高的是设备管理闭环——设备删除/停用、批量管理、历史无密钥设备强制迁移。</a:t>
            </a:r>
          </a:p>
          <a:p>
            <a:endParaRPr lang="zh-CN" dirty="0"/>
          </a:p>
          <a:p>
            <a:r>
              <a:rPr lang="zh-CN" dirty="0"/>
              <a:t>然后是深度 LLM 联调——用更自然的语料压测 closure 和 generator prompt，提升记忆生成质量。</a:t>
            </a:r>
          </a:p>
          <a:p>
            <a:endParaRPr lang="zh-CN" dirty="0"/>
          </a:p>
          <a:p>
            <a:r>
              <a:rPr lang="zh-CN" dirty="0"/>
              <a:t>[停顿] ESP32 现场验证——MQTT 长跑、OTA 升级演练、土壤校准，确保真实环境下的稳定性。</a:t>
            </a:r>
          </a:p>
          <a:p>
            <a:endParaRPr lang="zh-CN" dirty="0"/>
          </a:p>
          <a:p>
            <a:r>
              <a:rPr lang="zh-CN" dirty="0"/>
              <a:t>桌面客户端二阶段——档案表单、趋势图、提醒管理、深色模式、头像裁剪、相册编辑、多用户体系。目标是从"可用"到"好用"。</a:t>
            </a:r>
          </a:p>
          <a:p>
            <a:endParaRPr lang="zh-CN" dirty="0"/>
          </a:p>
          <a:p>
            <a:r>
              <a:rPr lang="zh-CN" dirty="0"/>
              <a:t>要点：① 设备管理 ② LLM 联调 ③ ESP32 验证 ④ 客户端二阶段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最后，我想用一句话总结这个项目的精神：</a:t>
            </a:r>
          </a:p>
          <a:p>
            <a:endParaRPr lang="zh-CN" dirty="0"/>
          </a:p>
          <a:p>
            <a:r>
              <a:rPr lang="zh-CN" dirty="0"/>
              <a:t>和植物一起呼吸。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PlantEcho 不是一个高效的传感器看板，而是一个有温度的陪伴软件。它尊重植物的节奏，也尊重用户的节奏。它用植物的语言和用户对话，用诚实的态度面对自己的局限。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感谢大家的聆听。如果有任何问题，欢迎交流。</a:t>
            </a:r>
          </a:p>
          <a:p>
            <a:endParaRPr lang="zh-CN" dirty="0"/>
          </a:p>
          <a:p>
            <a:r>
              <a:rPr lang="zh-CN" dirty="0"/>
              <a:t>要点：① 项目精神 ② 人文关怀 ③ 感谢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svg"/>
  <Relationship Id="rId3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